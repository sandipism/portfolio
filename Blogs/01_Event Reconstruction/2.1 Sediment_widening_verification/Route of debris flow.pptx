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D7C3D-D6A6-ABDA-AFBD-B4E98ED1A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80D166-7FC8-EF46-28FB-84DAA1C67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DE9E9-38CE-6CD4-FC2B-10C4D817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9BEA7-AE11-6525-B776-D7094F0C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2D98C-130D-847A-7C41-9DCB952F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47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CC90C8-C223-7182-295B-FA8BECA1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D82569-E41B-54DF-DDBD-63FBE5830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F6644-DD84-5BDB-ABD1-B206B1AE3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249FF8-E76F-4028-8990-6937CEFD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F73773-0D0C-62F7-39B3-EED8A005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732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35B98C-22EA-FECA-5D29-17E4287F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A7649D-B8D1-5DEF-204A-3BAEEA13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88B478-6B3C-80FA-6654-D1058F5C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31CB56-1B1A-FC05-2402-81C23C4A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7BF6C-E360-171A-8434-6E1390D1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2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EE38F2-16B5-D950-16F6-D07FB19F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460F39-640C-5D4B-6E62-393A10963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A87B7D-0AA9-4262-E6EE-B6DAAE61B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B99560-E54E-B8C7-41B2-1D39D250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9F16FC-AE87-55D0-5331-A18AE35F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9F79A4-A5F6-1430-9A5A-EFB215B6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89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866312-F787-C467-8BC3-EC19C498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0851C-3D5A-C073-F1B5-C6B5C60C1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DFF6BB-2AA7-9160-384F-62D659873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E139D5-A73C-CA86-7043-1D8D4753E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97A9F8-2CD2-E10D-1DCE-710DB81AE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3C272B-774B-C9F3-F2E1-9943F9EA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879CB4-A3A9-76A8-97D7-3D431177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8B6D3D-E761-C269-C140-B8BB52A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71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39CB0D-F959-09F3-DAF8-DE0D21BF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12F108-F62C-C510-C7D0-8D55673E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5036728-FDD9-1810-360E-BE8458F6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E07B6F-1A78-3087-5354-A6FB0F90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48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D57401-D660-5AE5-0B2F-0CEF9078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F1B72AA-8908-EC99-83BE-976BC09A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EC80AA-9724-ACD3-26F7-3BF76E03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8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13D408-A40A-7AF4-2553-E70B350D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D52EB3-AD19-548C-F304-52C2A7C4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F1F83A-D685-EE14-E339-C800A6663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20EE2A-0007-3CFB-9159-378A4488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E6F6CF-798B-4DB5-43F6-5CA0A7B9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44C4BB-9A1F-CE65-C8B5-E2E46CDF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DB9C24-2F36-9870-379F-C0B750DD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6C6767-56B8-CACC-8190-DCF9314D3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7486C3-0D60-B151-9B4B-DC8F3A092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C4CEA3-E731-21C1-7F9C-6EBDDC77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A1B338-AA1B-7927-FE78-4BDEF221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173CAE-64F3-BB17-30B9-906E02B1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4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B78CE-06DC-9B8C-295A-A59C8EBE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147B20-C046-FBA9-52E8-932C4CE48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E3136-9F0A-C29C-4928-D7058CDA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B84ED-9502-FCB9-408E-189A9ACB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5FE84D-4C68-DDE4-E8E7-5402274F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903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8633F9F-34A4-5B2D-917C-F03FB05D4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346C86-8A44-9D1A-1485-8A052544D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C4D378-A65E-0D8F-216A-217E2AD0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B437CE-E3D3-105E-7FAB-099E5370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DA2619-6281-A1FF-312E-89CB7211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95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14ED60-937B-27E5-A28C-493FEEB4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863D87-4117-3837-BFF3-97E3AFF82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C10719-EEFA-5E51-B0DB-D188E8DFA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2FD13-8FC3-40F6-B988-1676E7DCA10A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1FF9A2-74FE-677B-EACA-9479ADB89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2AF1D2-D3C4-794D-2FF4-7EDD41E85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D5DB0-5F9E-4F91-9F3C-4120E87BEB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31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FB195D0-D431-3EAB-8488-2279B62DA190}"/>
              </a:ext>
            </a:extLst>
          </p:cNvPr>
          <p:cNvGrpSpPr>
            <a:grpSpLocks noChangeAspect="1"/>
          </p:cNvGrpSpPr>
          <p:nvPr/>
        </p:nvGrpSpPr>
        <p:grpSpPr>
          <a:xfrm>
            <a:off x="751676" y="0"/>
            <a:ext cx="10154219" cy="6515100"/>
            <a:chOff x="751673" y="0"/>
            <a:chExt cx="10688654" cy="6858000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71A6AF3D-4078-5099-D5AA-D7F74AC5A858}"/>
                </a:ext>
              </a:extLst>
            </p:cNvPr>
            <p:cNvGrpSpPr/>
            <p:nvPr/>
          </p:nvGrpSpPr>
          <p:grpSpPr>
            <a:xfrm>
              <a:off x="751673" y="0"/>
              <a:ext cx="10688654" cy="6858000"/>
              <a:chOff x="751673" y="0"/>
              <a:chExt cx="10688654" cy="6858000"/>
            </a:xfrm>
          </p:grpSpPr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23D12EB9-A6C8-C023-D52E-2761B4E2E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1673" y="0"/>
                <a:ext cx="10688654" cy="6858000"/>
              </a:xfrm>
              <a:prstGeom prst="rect">
                <a:avLst/>
              </a:prstGeom>
            </p:spPr>
          </p:pic>
          <p:sp>
            <p:nvSpPr>
              <p:cNvPr id="9" name="二等辺三角形 8">
                <a:extLst>
                  <a:ext uri="{FF2B5EF4-FFF2-40B4-BE49-F238E27FC236}">
                    <a16:creationId xmlns:a16="http://schemas.microsoft.com/office/drawing/2014/main" id="{825D28C1-F2EA-CBCF-AC43-96B1360B5B1D}"/>
                  </a:ext>
                </a:extLst>
              </p:cNvPr>
              <p:cNvSpPr/>
              <p:nvPr/>
            </p:nvSpPr>
            <p:spPr>
              <a:xfrm>
                <a:off x="6388217" y="2759242"/>
                <a:ext cx="124878" cy="113987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1A422B8F-2DF2-23A6-97E1-321814D985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5916" y="2475832"/>
              <a:ext cx="139031" cy="219242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E262CC18-67A1-9323-C103-EBA33D9D3D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1937" y="2843818"/>
              <a:ext cx="211221" cy="29411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9B3E87BB-3FD8-9F63-C2D8-CCAC97AC08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3853" y="1622927"/>
              <a:ext cx="72189" cy="248652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074C86FF-5ADB-F0FB-D507-F7EC9EE827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49011" y="1267326"/>
              <a:ext cx="237957" cy="50801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AE13F0BA-9670-9DED-285D-4E5C0272F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1580" y="1292726"/>
              <a:ext cx="211220" cy="13101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CD7AEB8D-CA1C-C69A-C816-6A6F98157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5138" y="2165684"/>
              <a:ext cx="187157" cy="212557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B342119-040A-2ECD-8122-1106EF6B68B9}"/>
              </a:ext>
            </a:extLst>
          </p:cNvPr>
          <p:cNvGrpSpPr/>
          <p:nvPr/>
        </p:nvGrpSpPr>
        <p:grpSpPr>
          <a:xfrm>
            <a:off x="7839953" y="6515100"/>
            <a:ext cx="2731297" cy="369332"/>
            <a:chOff x="7839953" y="6515100"/>
            <a:chExt cx="2731297" cy="369332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31FEC366-5584-D1CA-62C6-173F4048A235}"/>
                </a:ext>
              </a:extLst>
            </p:cNvPr>
            <p:cNvSpPr/>
            <p:nvPr/>
          </p:nvSpPr>
          <p:spPr>
            <a:xfrm>
              <a:off x="7839953" y="6650836"/>
              <a:ext cx="171703" cy="101600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34551D1-8F09-6674-4D5F-54E1FCA3C70C}"/>
                </a:ext>
              </a:extLst>
            </p:cNvPr>
            <p:cNvSpPr txBox="1"/>
            <p:nvPr/>
          </p:nvSpPr>
          <p:spPr>
            <a:xfrm>
              <a:off x="8171234" y="6515100"/>
              <a:ext cx="2400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Origin of debris flow </a:t>
              </a:r>
              <a:endParaRPr kumimoji="1" lang="ja-JP" altLang="en-US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1BE21F8-61ED-18F4-203E-7C3A49206147}"/>
              </a:ext>
            </a:extLst>
          </p:cNvPr>
          <p:cNvSpPr txBox="1"/>
          <p:nvPr/>
        </p:nvSpPr>
        <p:spPr>
          <a:xfrm rot="21275845">
            <a:off x="4627690" y="5243656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 err="1">
                <a:solidFill>
                  <a:srgbClr val="FFFF00"/>
                </a:solidFill>
              </a:rPr>
              <a:t>Langtan</a:t>
            </a:r>
            <a:r>
              <a:rPr kumimoji="1" lang="en-US" altLang="ja-JP" b="1" dirty="0">
                <a:solidFill>
                  <a:srgbClr val="FFFF00"/>
                </a:solidFill>
              </a:rPr>
              <a:t> R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421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大助 檜垣</dc:creator>
  <cp:lastModifiedBy>大助 檜垣</cp:lastModifiedBy>
  <cp:revision>3</cp:revision>
  <dcterms:created xsi:type="dcterms:W3CDTF">2026-08-27T23:02:57Z</dcterms:created>
  <dcterms:modified xsi:type="dcterms:W3CDTF">2026-08-30T02:52:55Z</dcterms:modified>
</cp:coreProperties>
</file>